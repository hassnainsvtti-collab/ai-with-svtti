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2800" y="4784436"/>
            <a:ext cx="1958109" cy="18380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Ishteeaq Naeem Project</cp:lastModifiedBy>
  <cp:revision>2</cp:revision>
  <dcterms:created xsi:type="dcterms:W3CDTF">2013-01-27T09:14:16Z</dcterms:created>
  <dcterms:modified xsi:type="dcterms:W3CDTF">2026-06-23T04:26:16Z</dcterms:modified>
  <cp:category/>
</cp:coreProperties>
</file>